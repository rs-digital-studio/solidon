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74a1375c274678" /><Relationship Type="http://schemas.openxmlformats.org/officeDocument/2006/relationships/extended-properties" Target="/docProps/app.xml" Id="Rf33a8796f66742db" /><Relationship Type="http://schemas.openxmlformats.org/officeDocument/2006/relationships/officeDocument" Target="/ppt/presentation.xml" Id="R8e486e33db964f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5aa3eec9ad4884"/>
  </p:sldMasterIdLst>
  <p:notesMasterIdLst>
    <p:notesMasterId xmlns:r="http://schemas.openxmlformats.org/officeDocument/2006/relationships" r:id="R5209f9a0c5854415"/>
  </p:notesMasterIdLst>
  <p:sldIdLst>
    <p:sldId xmlns:r="http://schemas.openxmlformats.org/officeDocument/2006/relationships" id="256" r:id="Rdfb37f48e5f147d6"/>
    <p:sldId xmlns:r="http://schemas.openxmlformats.org/officeDocument/2006/relationships" id="257" r:id="R80ece0dce1384d14"/>
    <p:sldId xmlns:r="http://schemas.openxmlformats.org/officeDocument/2006/relationships" id="258" r:id="R603b189af76947de"/>
    <p:sldId xmlns:r="http://schemas.openxmlformats.org/officeDocument/2006/relationships" id="259" r:id="Re4236f9960404250"/>
    <p:sldId xmlns:r="http://schemas.openxmlformats.org/officeDocument/2006/relationships" id="260" r:id="R4baf337c9c554c99"/>
    <p:sldId xmlns:r="http://schemas.openxmlformats.org/officeDocument/2006/relationships" id="261" r:id="R2354fdc4f24a4ecf"/>
    <p:sldId xmlns:r="http://schemas.openxmlformats.org/officeDocument/2006/relationships" id="262" r:id="R59cad267cf0349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3e41a0580f4cff" /><Relationship Type="http://schemas.openxmlformats.org/officeDocument/2006/relationships/slideMaster" Target="/ppt/slideMasters/slideMaster1.xml" Id="Rc45aa3eec9ad4884" /><Relationship Type="http://schemas.openxmlformats.org/officeDocument/2006/relationships/notesMaster" Target="/ppt/notesMasters/notesMaster1.xml" Id="R5209f9a0c5854415" /><Relationship Type="http://schemas.openxmlformats.org/officeDocument/2006/relationships/presProps" Target="/ppt/presProps.xml" Id="R5539f077417c4205" /><Relationship Type="http://schemas.openxmlformats.org/officeDocument/2006/relationships/viewProps" Target="/ppt/viewProps.xml" Id="R7c0c581ed66b407e" /><Relationship Type="http://schemas.openxmlformats.org/officeDocument/2006/relationships/tableStyles" Target="/ppt/tableStyles.xml" Id="Rd65a99c45f914858" /><Relationship Type="http://schemas.openxmlformats.org/officeDocument/2006/relationships/slide" Target="/ppt/slides/slide1.xml" Id="Rdfb37f48e5f147d6" /><Relationship Type="http://schemas.openxmlformats.org/officeDocument/2006/relationships/slide" Target="/ppt/slides/slide2.xml" Id="R80ece0dce1384d14" /><Relationship Type="http://schemas.openxmlformats.org/officeDocument/2006/relationships/slide" Target="/ppt/slides/slide3.xml" Id="R603b189af76947de" /><Relationship Type="http://schemas.openxmlformats.org/officeDocument/2006/relationships/slide" Target="/ppt/slides/slide4.xml" Id="Re4236f9960404250" /><Relationship Type="http://schemas.openxmlformats.org/officeDocument/2006/relationships/slide" Target="/ppt/slides/slide5.xml" Id="R4baf337c9c554c99" /><Relationship Type="http://schemas.openxmlformats.org/officeDocument/2006/relationships/slide" Target="/ppt/slides/slide6.xml" Id="R2354fdc4f24a4ecf" /><Relationship Type="http://schemas.openxmlformats.org/officeDocument/2006/relationships/slide" Target="/ppt/slides/slide7.xml" Id="R59cad267cf0349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5c672d001348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1b0d17198d40bb" /><Relationship Type="http://schemas.openxmlformats.org/officeDocument/2006/relationships/notesMaster" Target="/ppt/notesMasters/notesMaster1.xml" Id="R7fbc209c134e46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55b533f96d4b1c" /><Relationship Type="http://schemas.openxmlformats.org/officeDocument/2006/relationships/notesMaster" Target="/ppt/notesMasters/notesMaster1.xml" Id="R71575c5e9dc847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e5439d6e194436" /><Relationship Type="http://schemas.openxmlformats.org/officeDocument/2006/relationships/notesMaster" Target="/ppt/notesMasters/notesMaster1.xml" Id="R4721853fcb5647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39a90f59484cd1" /><Relationship Type="http://schemas.openxmlformats.org/officeDocument/2006/relationships/notesMaster" Target="/ppt/notesMasters/notesMaster1.xml" Id="Rf99d0c81951546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b274a396314599" /><Relationship Type="http://schemas.openxmlformats.org/officeDocument/2006/relationships/notesMaster" Target="/ppt/notesMasters/notesMaster1.xml" Id="R3daebd32949743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5ada7cb3324b89" /><Relationship Type="http://schemas.openxmlformats.org/officeDocument/2006/relationships/notesMaster" Target="/ppt/notesMasters/notesMaster1.xml" Id="R3bc3b134760c43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65ef0447e04fe1" /><Relationship Type="http://schemas.openxmlformats.org/officeDocument/2006/relationships/notesMaster" Target="/ppt/notesMasters/notesMaster1.xml" Id="Rcb1c8b837a704a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F:\3D Druck\ROADMAP.md – Abschnitt „Der Skizzenmodus für Anwender ohne CAD-Kenntnis“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F:\3D Druck\ROADMAP.md:11522 – ausgearbeiteter Einsteigerweg</a:t>
            </a:r>
          </a:p>
          <a:p xmlns:a="http://schemas.openxmlformats.org/drawingml/2006/main">
            <a:r>
              <a:t>- F:\3D Druck\app\ui\main_window.py – Ebenenwahl und Operationsroute</a:t>
            </a:r>
          </a:p>
          <a:p xmlns:a="http://schemas.openxmlformats.org/drawingml/2006/main">
            <a:r>
              <a:t>- F:\3D Druck\app\ui\sketch_editor.py – Rechteck und Maßeingabe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F:\3D Druck\app\ui\viewport.py – Ebenenkarten und Ziehgriff</a:t>
            </a:r>
          </a:p>
          <a:p xmlns:a="http://schemas.openxmlformats.org/drawingml/2006/main">
            <a:r>
              <a:t>- F:\3D Druck\app\ui\sketch_editor.py – Zwei-Klick-Rechteck mit zwei Maßen</a:t>
            </a:r>
          </a:p>
          <a:p xmlns:a="http://schemas.openxmlformats.org/drawingml/2006/main">
            <a:r>
              <a:t>- F:\3D Druck\app\ui\main_window.py – direkte Extrusion und Tasche nach Ziehrichtung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F:\3D Druck\app\ui\sketch_editor.py – Werkzeughinweise, Rechteckfelder und Sperren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F:\3D Druck\app\ui\viewport.py – Ebenenkarten, Auswahlzeile, Pfeil und Kreuz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F:\3D Druck\app\ui\main_window.py – eindeutige Region führt direkt zur Extrusion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F:\3D Druck\tests\test_sketch_editor.py – 171 Tests bestanden am 28.08.2026</a:t>
            </a:r>
          </a:p>
          <a:p xmlns:a="http://schemas.openxmlformats.org/drawingml/2006/main">
            <a:r>
              <a:t>- F:\3D Druck\tests\test_sketch_ops.py und tests\test_ui.py – 74 Tests bestanden</a:t>
            </a:r>
          </a:p>
          <a:p xmlns:a="http://schemas.openxmlformats.org/drawingml/2006/main">
            <a:r>
              <a:t>- F:\3D Druck\tests\test_viewport_decisions.py – 18 gezielte Tests bestanden</a:t>
            </a:r>
          </a:p>
          <a:p xmlns:a="http://schemas.openxmlformats.org/drawingml/2006/main">
            <a:r>
              <a:t>- F:\3D Druck\tests\test_translations.py und tests\test_language_rules.py – 909 Tests bestanden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Geteilter Repository-Prüflauf am 28.08.2026: 4.340 bestanden, 9 übersprungen, 7 themenfremde Fehler in der Sammelgruppe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F:\3D Druck\app\core\brep\ops.py – während des Laufs parallel entstandene doppelte resize_hole-Registrierung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git status vom 28.08.2026 – umfangreiche parallele Änderungen außerhalb des Skizzenumfangs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F:\3D Druck\ROADMAP.md:11702 – umgesetzte Einsteigermaßnahmen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F:\3D Druck\AGENTS.md – vollständiges grünes Tor und kleine logische Commits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Repository-Prüflauf und git status vom 28.08.2026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20ef76481b44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912d7c06242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503728f64c4c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b5042b75f42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c9601057774a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84e023441415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09c91d49545d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d0e49e652488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a911a68704d77" /><Relationship Type="http://schemas.openxmlformats.org/officeDocument/2006/relationships/image" Target="/ppt/media/image.png" Id="R1233f88847fb45e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a03d913a6404e" /><Relationship Type="http://schemas.openxmlformats.org/officeDocument/2006/relationships/image" Target="/ppt/media/image2.png" Id="Rc1d2eed0a06f4d75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1233f88847fb45e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c1d2eed0a06f4d7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f22e4c605e40fd" /><Relationship Type="http://schemas.openxmlformats.org/officeDocument/2006/relationships/slideLayout" Target="/ppt/slideLayouts/slideLayout1.xml" Id="R9d9891e4cb3349b0" /><Relationship Type="http://schemas.openxmlformats.org/officeDocument/2006/relationships/slideLayout" Target="/ppt/slideLayouts/slideLayout2.xml" Id="R790f87dcaceb4f6b" /><Relationship Type="http://schemas.openxmlformats.org/officeDocument/2006/relationships/slideLayout" Target="/ppt/slideLayouts/slideLayout3.xml" Id="R4b331c2d85164e0e" /><Relationship Type="http://schemas.openxmlformats.org/officeDocument/2006/relationships/slideLayout" Target="/ppt/slideLayouts/slideLayout4.xml" Id="Rac37e442ce49495f" /><Relationship Type="http://schemas.openxmlformats.org/officeDocument/2006/relationships/slideLayout" Target="/ppt/slideLayouts/slideLayout5.xml" Id="Rab92044f9ef44775" /><Relationship Type="http://schemas.openxmlformats.org/officeDocument/2006/relationships/slideLayout" Target="/ppt/slideLayouts/slideLayout6.xml" Id="Rcd4eeb3af87845b1" /><Relationship Type="http://schemas.openxmlformats.org/officeDocument/2006/relationships/slideLayout" Target="/ppt/slideLayouts/slideLayout7.xml" Id="Rbcec58ea9cdc403b" /><Relationship Type="http://schemas.openxmlformats.org/officeDocument/2006/relationships/slideLayout" Target="/ppt/slideLayouts/slideLayout8.xml" Id="R2eff418ed36e4353" /><Relationship Type="http://schemas.openxmlformats.org/officeDocument/2006/relationships/slideLayout" Target="/ppt/slideLayouts/slideLayout9.xml" Id="R9c1c59549c4b43b9" /><Relationship Type="http://schemas.openxmlformats.org/officeDocument/2006/relationships/slideLayout" Target="/ppt/slideLayouts/slideLayout10.xml" Id="R250163aa01504eb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9891e4cb3349b0"/>
    <p:sldLayoutId xmlns:r="http://schemas.openxmlformats.org/officeDocument/2006/relationships" id="2147483650" r:id="R790f87dcaceb4f6b"/>
    <p:sldLayoutId xmlns:r="http://schemas.openxmlformats.org/officeDocument/2006/relationships" id="2147483651" r:id="R4b331c2d85164e0e"/>
    <p:sldLayoutId xmlns:r="http://schemas.openxmlformats.org/officeDocument/2006/relationships" id="2147483652" r:id="Rac37e442ce49495f"/>
    <p:sldLayoutId xmlns:r="http://schemas.openxmlformats.org/officeDocument/2006/relationships" id="2147483653" r:id="Rab92044f9ef44775"/>
    <p:sldLayoutId xmlns:r="http://schemas.openxmlformats.org/officeDocument/2006/relationships" id="2147483654" r:id="Rcd4eeb3af87845b1"/>
    <p:sldLayoutId xmlns:r="http://schemas.openxmlformats.org/officeDocument/2006/relationships" id="2147483655" r:id="Rbcec58ea9cdc403b"/>
    <p:sldLayoutId xmlns:r="http://schemas.openxmlformats.org/officeDocument/2006/relationships" id="2147483656" r:id="R2eff418ed36e4353"/>
    <p:sldLayoutId xmlns:r="http://schemas.openxmlformats.org/officeDocument/2006/relationships" id="2147483657" r:id="R9c1c59549c4b43b9"/>
    <p:sldLayoutId xmlns:r="http://schemas.openxmlformats.org/officeDocument/2006/relationships" id="2147483658" r:id="R250163aa01504eb0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6a31b873240c7" /><Relationship Type="http://schemas.openxmlformats.org/officeDocument/2006/relationships/notesSlide" Target="/ppt/notesSlides/notesSlide1.xml" Id="R03f86def596a48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523a4ed2af54c9b" /><Relationship Type="http://schemas.openxmlformats.org/officeDocument/2006/relationships/notesSlide" Target="/ppt/notesSlides/notesSlide2.xml" Id="Rbf9ff6e15d7046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a842145fa664991" /><Relationship Type="http://schemas.openxmlformats.org/officeDocument/2006/relationships/notesSlide" Target="/ppt/notesSlides/notesSlide3.xml" Id="R09c1af35c1ae4b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120dd35b94745a4" /><Relationship Type="http://schemas.openxmlformats.org/officeDocument/2006/relationships/notesSlide" Target="/ppt/notesSlides/notesSlide4.xml" Id="R47b67075c07242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e80bfe28924960" /><Relationship Type="http://schemas.openxmlformats.org/officeDocument/2006/relationships/notesSlide" Target="/ppt/notesSlides/notesSlide5.xml" Id="Rd6d1c8fc2f0f43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b83293cb874935" /><Relationship Type="http://schemas.openxmlformats.org/officeDocument/2006/relationships/notesSlide" Target="/ppt/notesSlides/notesSlide6.xml" Id="Rcc837aa0e1ab4f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efe88d2d0a428c" /><Relationship Type="http://schemas.openxmlformats.org/officeDocument/2006/relationships/notesSlide" Target="/ppt/notesSlides/notesSlide7.xml" Id="Rf7d8073e91514135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Skizzenmodus</a:t>
            </a:r>
            <a:br/>
            <a:r>
              <a:rPr sz="6500">
                <a:solidFill>
                  <a:schemeClr val="accent3"/>
                </a:solidFill>
              </a:rPr>
              <a:t>Betriebsreview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Stand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28.08.2026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Vorbereitet für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Produkt &amp; Entwicklung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28.08.2026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Solidon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5A8F583C-9DF0-4E0F-84A5-7154A41A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554174"/>
            <a:ext cx="2949339" cy="81867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Ebene direkt im Bild wählen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554174"/>
            <a:ext cx="2949339" cy="81867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Breite und Höhe am Zeiger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554174"/>
            <a:ext cx="2949339" cy="81867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Aufbauen oder Tasche schneiden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6279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 Einsteigerweg ist fachlich lieferfähig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2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</a:t>
            </a:r>
            <a:endParaRPr sz="72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2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</a:t>
            </a:r>
            <a:endParaRPr sz="72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2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</a:t>
            </a:r>
            <a:endParaRPr sz="72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STATUS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Vom leeren Projekt bis zum Körper ist der Weg geschlossen. Die Bedienung erklärt sich im Bild und bleibt vollständig operationsbasiert.</a:t>
            </a:r>
          </a:p>
        </p:txBody>
      </p:sp>
      <p:sp>
        <p:nvSpPr>
          <p:cNvPr id="15" name="Footer Placeholder 14">
            <a:extLst xmlns:a="http://schemas.openxmlformats.org/drawingml/2006/main">
              <a:ext uri="{FF2B5EF4-FFF2-40B4-BE49-F238E27FC236}">
                <a16:creationId xmlns:a16="http://schemas.microsoft.com/office/drawing/2014/main" id="{2A6376E7-C0FC-2608-D121-2037E3C1CD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Solidon · Review</a:t>
            </a:r>
            <a:endParaRPr sz="1100"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A285ADF-608D-E057-1D6B-3F7AD810768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Zeichenfläche wählen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Drauf-, Vorder- oder Seitenansicht direkt im Bild anklicken.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drei Schritten zum druckbaren Körper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Form zeichnen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Rechteck aufziehen; Breite und Höhe bei Bedarf eintippen.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Körper erzeugen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Nach außen ziehen baut auf, nach innen entsteht eine Tasche.</a:t>
            </a:r>
          </a:p>
        </p:txBody>
      </p:sp>
      <p:cxnSp>
        <p:nvCxnSpPr>
          <p:cNvPr id="28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1516487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1 · Ebene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2 · Skizze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3 · Körper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Solidon · Review</a:t>
            </a:r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4D765FCF-56FA-8EE2-65DF-D8A5321F3C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Die Auswahlzeile nennt Zahl und Bedeutung zusätzlich zur Farbe.</a:t>
            </a:r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FA1AD57-2515-3263-71AA-F5510D72450E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Pfeil baut auf, Kreuz schneidet sichtbar eine Tasche.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F4CF59D7-297B-30C8-431E-585575A55EC7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Ein eindeutiger Umriss öffnet direkt die Extrusion.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252743B9-4592-4663-CAD2-40CC23D40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Sechs Bedienhilfen schließen den Einsteigerweg</a:t>
            </a:r>
            <a:endParaRPr/>
          </a:p>
        </p:txBody>
      </p:sp>
      <p:sp>
        <p:nvSpPr>
          <p:cNvPr id="2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0018B0C7-DC20-D7FE-2D99-C8372B90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Ebenenwahl direkt im Bild – ohne CAD-Begriffe suchen zu müssen.</a:t>
            </a:r>
          </a:p>
        </p:txBody>
      </p:sp>
      <p:sp>
        <p:nvSpPr>
          <p:cNvPr id="3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142AC269-69D2-161D-AD16-2E5D7B8A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Rechteck mit zwei Klicks sowie Breite und Höhe am Zeiger.</a:t>
            </a:r>
          </a:p>
        </p:txBody>
      </p:sp>
      <p:sp>
        <p:nvSpPr>
          <p:cNvPr id="4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7E988850-5A60-A9C4-B928-BDFEC4FE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Jedes Zeichenwerkzeug erklärt den nächsten Bediengriff.</a:t>
            </a:r>
          </a:p>
        </p:txBody>
      </p:sp>
      <p:sp>
        <p:nvSpPr>
          <p:cNvPr id="5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43830694-5B70-1E3A-562E-A57DE1DE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2022554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7C8ADA23-5610-C31E-B048-A0886EDC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2018463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Google Shape;1369;p101">
            <a:extLst xmlns:a="http://schemas.openxmlformats.org/drawingml/2006/main">
              <a:ext uri="{FF2B5EF4-FFF2-40B4-BE49-F238E27FC236}">
                <a16:creationId xmlns:a16="http://schemas.microsoft.com/office/drawing/2014/main" id="{41FBCA7C-C2E7-AFB5-3B6C-4D9C9E15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0146"/>
            <a:ext cx="338580" cy="338688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Google Shape;1415;p101">
            <a:extLst xmlns:a="http://schemas.openxmlformats.org/drawingml/2006/main">
              <a:ext uri="{FF2B5EF4-FFF2-40B4-BE49-F238E27FC236}">
                <a16:creationId xmlns:a16="http://schemas.microsoft.com/office/drawing/2014/main" id="{8574D0ED-7640-B4E7-7B56-C1CA61B9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5" y="4050316"/>
            <a:ext cx="389340" cy="304776"/>
          </a:xfrm>
          <a:custGeom xmlns:a="http://schemas.openxmlformats.org/drawingml/2006/main">
            <a:rect l="l" t="t" r="r" b="b"/>
            <a:pathLst>
              <a:path w="21600" h="21600">
                <a:moveTo>
                  <a:pt x="6574" y="2400"/>
                </a:moveTo>
                <a:cubicBezTo>
                  <a:pt x="5277" y="2400"/>
                  <a:pt x="4226" y="3743"/>
                  <a:pt x="4226" y="5400"/>
                </a:cubicBezTo>
                <a:cubicBezTo>
                  <a:pt x="4226" y="7057"/>
                  <a:pt x="5277" y="8400"/>
                  <a:pt x="6574" y="8400"/>
                </a:cubicBezTo>
                <a:cubicBezTo>
                  <a:pt x="7871" y="8400"/>
                  <a:pt x="8922" y="7057"/>
                  <a:pt x="8922" y="5400"/>
                </a:cubicBezTo>
                <a:cubicBezTo>
                  <a:pt x="8922" y="3743"/>
                  <a:pt x="7871" y="2400"/>
                  <a:pt x="6574" y="2400"/>
                </a:cubicBezTo>
                <a:close/>
                <a:moveTo>
                  <a:pt x="2348" y="5400"/>
                </a:moveTo>
                <a:cubicBezTo>
                  <a:pt x="2348" y="2418"/>
                  <a:pt x="4240" y="0"/>
                  <a:pt x="6574" y="0"/>
                </a:cubicBezTo>
                <a:cubicBezTo>
                  <a:pt x="8908" y="0"/>
                  <a:pt x="10800" y="2418"/>
                  <a:pt x="10800" y="5400"/>
                </a:cubicBezTo>
                <a:cubicBezTo>
                  <a:pt x="10800" y="8382"/>
                  <a:pt x="8908" y="10800"/>
                  <a:pt x="6574" y="10800"/>
                </a:cubicBezTo>
                <a:cubicBezTo>
                  <a:pt x="4240" y="10800"/>
                  <a:pt x="2348" y="8382"/>
                  <a:pt x="2348" y="5400"/>
                </a:cubicBezTo>
                <a:close/>
                <a:moveTo>
                  <a:pt x="15496" y="3600"/>
                </a:moveTo>
                <a:cubicBezTo>
                  <a:pt x="14458" y="3600"/>
                  <a:pt x="13617" y="4674"/>
                  <a:pt x="13617" y="6000"/>
                </a:cubicBezTo>
                <a:cubicBezTo>
                  <a:pt x="13617" y="7326"/>
                  <a:pt x="14458" y="8400"/>
                  <a:pt x="15496" y="8400"/>
                </a:cubicBezTo>
                <a:cubicBezTo>
                  <a:pt x="16533" y="8400"/>
                  <a:pt x="17374" y="7326"/>
                  <a:pt x="17374" y="6000"/>
                </a:cubicBezTo>
                <a:cubicBezTo>
                  <a:pt x="17374" y="4674"/>
                  <a:pt x="16533" y="3600"/>
                  <a:pt x="15496" y="3600"/>
                </a:cubicBezTo>
                <a:close/>
                <a:moveTo>
                  <a:pt x="11739" y="6000"/>
                </a:moveTo>
                <a:cubicBezTo>
                  <a:pt x="11739" y="3349"/>
                  <a:pt x="13421" y="1200"/>
                  <a:pt x="15496" y="1200"/>
                </a:cubicBezTo>
                <a:cubicBezTo>
                  <a:pt x="17570" y="1200"/>
                  <a:pt x="19252" y="3349"/>
                  <a:pt x="19252" y="6000"/>
                </a:cubicBezTo>
                <a:cubicBezTo>
                  <a:pt x="19252" y="8651"/>
                  <a:pt x="17570" y="10800"/>
                  <a:pt x="15496" y="10800"/>
                </a:cubicBezTo>
                <a:cubicBezTo>
                  <a:pt x="13421" y="10800"/>
                  <a:pt x="11739" y="8651"/>
                  <a:pt x="11739" y="6000"/>
                </a:cubicBezTo>
                <a:close/>
                <a:moveTo>
                  <a:pt x="3324" y="15896"/>
                </a:moveTo>
                <a:cubicBezTo>
                  <a:pt x="2477" y="16858"/>
                  <a:pt x="1878" y="18325"/>
                  <a:pt x="1878" y="20400"/>
                </a:cubicBezTo>
                <a:cubicBezTo>
                  <a:pt x="1878" y="21062"/>
                  <a:pt x="1458" y="21600"/>
                  <a:pt x="939" y="21600"/>
                </a:cubicBezTo>
                <a:cubicBezTo>
                  <a:pt x="421" y="21600"/>
                  <a:pt x="0" y="21062"/>
                  <a:pt x="0" y="20400"/>
                </a:cubicBezTo>
                <a:cubicBezTo>
                  <a:pt x="0" y="17675"/>
                  <a:pt x="810" y="15542"/>
                  <a:pt x="2076" y="14102"/>
                </a:cubicBezTo>
                <a:cubicBezTo>
                  <a:pt x="3325" y="12684"/>
                  <a:pt x="4965" y="12000"/>
                  <a:pt x="6574" y="12000"/>
                </a:cubicBezTo>
                <a:cubicBezTo>
                  <a:pt x="8183" y="12000"/>
                  <a:pt x="9822" y="12684"/>
                  <a:pt x="11071" y="14102"/>
                </a:cubicBezTo>
                <a:cubicBezTo>
                  <a:pt x="12338" y="15542"/>
                  <a:pt x="13148" y="17675"/>
                  <a:pt x="13148" y="20400"/>
                </a:cubicBezTo>
                <a:cubicBezTo>
                  <a:pt x="13148" y="21062"/>
                  <a:pt x="12727" y="21600"/>
                  <a:pt x="12209" y="21600"/>
                </a:cubicBezTo>
                <a:cubicBezTo>
                  <a:pt x="11690" y="21600"/>
                  <a:pt x="11270" y="21062"/>
                  <a:pt x="11270" y="20400"/>
                </a:cubicBezTo>
                <a:cubicBezTo>
                  <a:pt x="11270" y="18325"/>
                  <a:pt x="10670" y="16858"/>
                  <a:pt x="9824" y="15896"/>
                </a:cubicBezTo>
                <a:cubicBezTo>
                  <a:pt x="8960" y="14916"/>
                  <a:pt x="7783" y="14400"/>
                  <a:pt x="6574" y="14400"/>
                </a:cubicBezTo>
                <a:cubicBezTo>
                  <a:pt x="5365" y="14400"/>
                  <a:pt x="4188" y="14916"/>
                  <a:pt x="3324" y="15896"/>
                </a:cubicBezTo>
                <a:close/>
                <a:moveTo>
                  <a:pt x="18122" y="15168"/>
                </a:moveTo>
                <a:cubicBezTo>
                  <a:pt x="17175" y="14402"/>
                  <a:pt x="15927" y="14200"/>
                  <a:pt x="14811" y="14602"/>
                </a:cubicBezTo>
                <a:cubicBezTo>
                  <a:pt x="14312" y="14782"/>
                  <a:pt x="13793" y="14411"/>
                  <a:pt x="13653" y="13772"/>
                </a:cubicBezTo>
                <a:cubicBezTo>
                  <a:pt x="13512" y="13134"/>
                  <a:pt x="13802" y="12472"/>
                  <a:pt x="14302" y="12292"/>
                </a:cubicBezTo>
                <a:cubicBezTo>
                  <a:pt x="15894" y="11718"/>
                  <a:pt x="17698" y="11986"/>
                  <a:pt x="19125" y="13139"/>
                </a:cubicBezTo>
                <a:cubicBezTo>
                  <a:pt x="20589" y="14320"/>
                  <a:pt x="21600" y="16387"/>
                  <a:pt x="21600" y="19200"/>
                </a:cubicBezTo>
                <a:cubicBezTo>
                  <a:pt x="21600" y="19862"/>
                  <a:pt x="21179" y="20400"/>
                  <a:pt x="20661" y="20400"/>
                </a:cubicBezTo>
                <a:cubicBezTo>
                  <a:pt x="20142" y="20400"/>
                  <a:pt x="19722" y="19862"/>
                  <a:pt x="19722" y="19200"/>
                </a:cubicBezTo>
                <a:cubicBezTo>
                  <a:pt x="19722" y="17202"/>
                  <a:pt x="19034" y="15905"/>
                  <a:pt x="18122" y="15168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Google Shape;1512;p103">
            <a:extLst xmlns:a="http://schemas.openxmlformats.org/drawingml/2006/main">
              <a:ext uri="{FF2B5EF4-FFF2-40B4-BE49-F238E27FC236}">
                <a16:creationId xmlns:a16="http://schemas.microsoft.com/office/drawing/2014/main" id="{D015E4E0-1777-A560-A6C2-AEDA1FAD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936" y="4025768"/>
            <a:ext cx="305570" cy="338652"/>
          </a:xfrm>
          <a:custGeom xmlns:a="http://schemas.openxmlformats.org/drawingml/2006/main">
            <a:rect l="l" t="t" r="r" b="b"/>
            <a:pathLst>
              <a:path w="21538" h="21553">
                <a:moveTo>
                  <a:pt x="10897" y="543"/>
                </a:moveTo>
                <a:cubicBezTo>
                  <a:pt x="11135" y="165"/>
                  <a:pt x="11603" y="-46"/>
                  <a:pt x="12081" y="8"/>
                </a:cubicBezTo>
                <a:lnTo>
                  <a:pt x="12622" y="69"/>
                </a:lnTo>
                <a:cubicBezTo>
                  <a:pt x="15566" y="401"/>
                  <a:pt x="17464" y="3053"/>
                  <a:pt x="16592" y="5614"/>
                </a:cubicBezTo>
                <a:lnTo>
                  <a:pt x="15932" y="7551"/>
                </a:lnTo>
                <a:cubicBezTo>
                  <a:pt x="16337" y="7557"/>
                  <a:pt x="16701" y="7570"/>
                  <a:pt x="17029" y="7593"/>
                </a:cubicBezTo>
                <a:cubicBezTo>
                  <a:pt x="17750" y="7644"/>
                  <a:pt x="18413" y="7753"/>
                  <a:pt x="19016" y="8039"/>
                </a:cubicBezTo>
                <a:cubicBezTo>
                  <a:pt x="20257" y="8629"/>
                  <a:pt x="21148" y="9683"/>
                  <a:pt x="21451" y="10920"/>
                </a:cubicBezTo>
                <a:cubicBezTo>
                  <a:pt x="21599" y="11520"/>
                  <a:pt x="21541" y="12127"/>
                  <a:pt x="21406" y="12769"/>
                </a:cubicBezTo>
                <a:cubicBezTo>
                  <a:pt x="21273" y="13395"/>
                  <a:pt x="21043" y="14161"/>
                  <a:pt x="20759" y="15099"/>
                </a:cubicBezTo>
                <a:lnTo>
                  <a:pt x="20202" y="16946"/>
                </a:lnTo>
                <a:cubicBezTo>
                  <a:pt x="20181" y="17013"/>
                  <a:pt x="20161" y="17078"/>
                  <a:pt x="20142" y="17143"/>
                </a:cubicBezTo>
                <a:cubicBezTo>
                  <a:pt x="19789" y="18315"/>
                  <a:pt x="19524" y="19196"/>
                  <a:pt x="18943" y="19876"/>
                </a:cubicBezTo>
                <a:cubicBezTo>
                  <a:pt x="18432" y="20473"/>
                  <a:pt x="17757" y="20939"/>
                  <a:pt x="16986" y="21226"/>
                </a:cubicBezTo>
                <a:cubicBezTo>
                  <a:pt x="16107" y="21554"/>
                  <a:pt x="15095" y="21553"/>
                  <a:pt x="13750" y="21552"/>
                </a:cubicBezTo>
                <a:cubicBezTo>
                  <a:pt x="11456" y="21551"/>
                  <a:pt x="9164" y="21552"/>
                  <a:pt x="6872" y="21552"/>
                </a:cubicBezTo>
                <a:cubicBezTo>
                  <a:pt x="5911" y="21552"/>
                  <a:pt x="5118" y="21552"/>
                  <a:pt x="4472" y="21505"/>
                </a:cubicBezTo>
                <a:cubicBezTo>
                  <a:pt x="3802" y="21455"/>
                  <a:pt x="3185" y="21349"/>
                  <a:pt x="2606" y="21082"/>
                </a:cubicBezTo>
                <a:cubicBezTo>
                  <a:pt x="1708" y="20669"/>
                  <a:pt x="979" y="20010"/>
                  <a:pt x="520" y="19199"/>
                </a:cubicBezTo>
                <a:cubicBezTo>
                  <a:pt x="226" y="18676"/>
                  <a:pt x="108" y="18119"/>
                  <a:pt x="53" y="17513"/>
                </a:cubicBezTo>
                <a:cubicBezTo>
                  <a:pt x="0" y="16930"/>
                  <a:pt x="0" y="16214"/>
                  <a:pt x="0" y="15346"/>
                </a:cubicBezTo>
                <a:lnTo>
                  <a:pt x="0" y="12931"/>
                </a:lnTo>
                <a:cubicBezTo>
                  <a:pt x="0" y="12881"/>
                  <a:pt x="0" y="12832"/>
                  <a:pt x="0" y="12783"/>
                </a:cubicBezTo>
                <a:cubicBezTo>
                  <a:pt x="0" y="11926"/>
                  <a:pt x="-1" y="11289"/>
                  <a:pt x="162" y="10738"/>
                </a:cubicBezTo>
                <a:cubicBezTo>
                  <a:pt x="604" y="9250"/>
                  <a:pt x="1890" y="8088"/>
                  <a:pt x="3538" y="7690"/>
                </a:cubicBezTo>
                <a:cubicBezTo>
                  <a:pt x="4148" y="7542"/>
                  <a:pt x="4853" y="7542"/>
                  <a:pt x="5803" y="7543"/>
                </a:cubicBezTo>
                <a:cubicBezTo>
                  <a:pt x="5857" y="7543"/>
                  <a:pt x="5911" y="7543"/>
                  <a:pt x="5966" y="7543"/>
                </a:cubicBezTo>
                <a:cubicBezTo>
                  <a:pt x="6277" y="7543"/>
                  <a:pt x="6562" y="7393"/>
                  <a:pt x="6716" y="7150"/>
                </a:cubicBezTo>
                <a:lnTo>
                  <a:pt x="10897" y="543"/>
                </a:lnTo>
                <a:close/>
                <a:moveTo>
                  <a:pt x="5407" y="19388"/>
                </a:moveTo>
                <a:cubicBezTo>
                  <a:pt x="5204" y="19068"/>
                  <a:pt x="5044" y="18723"/>
                  <a:pt x="4935" y="18357"/>
                </a:cubicBezTo>
                <a:cubicBezTo>
                  <a:pt x="4772" y="17806"/>
                  <a:pt x="4773" y="17169"/>
                  <a:pt x="4773" y="16312"/>
                </a:cubicBezTo>
                <a:cubicBezTo>
                  <a:pt x="4773" y="16264"/>
                  <a:pt x="4773" y="16214"/>
                  <a:pt x="4773" y="16164"/>
                </a:cubicBezTo>
                <a:lnTo>
                  <a:pt x="4773" y="9709"/>
                </a:lnTo>
                <a:cubicBezTo>
                  <a:pt x="4466" y="9719"/>
                  <a:pt x="4297" y="9737"/>
                  <a:pt x="4155" y="9772"/>
                </a:cubicBezTo>
                <a:cubicBezTo>
                  <a:pt x="3332" y="9971"/>
                  <a:pt x="2689" y="10552"/>
                  <a:pt x="2468" y="11296"/>
                </a:cubicBezTo>
                <a:cubicBezTo>
                  <a:pt x="2397" y="11535"/>
                  <a:pt x="2387" y="11860"/>
                  <a:pt x="2387" y="12931"/>
                </a:cubicBezTo>
                <a:lnTo>
                  <a:pt x="2387" y="15302"/>
                </a:lnTo>
                <a:cubicBezTo>
                  <a:pt x="2387" y="16225"/>
                  <a:pt x="2388" y="16853"/>
                  <a:pt x="2432" y="17338"/>
                </a:cubicBezTo>
                <a:cubicBezTo>
                  <a:pt x="2474" y="17810"/>
                  <a:pt x="2551" y="18052"/>
                  <a:pt x="2647" y="18220"/>
                </a:cubicBezTo>
                <a:cubicBezTo>
                  <a:pt x="2876" y="18626"/>
                  <a:pt x="3241" y="18955"/>
                  <a:pt x="3690" y="19162"/>
                </a:cubicBezTo>
                <a:cubicBezTo>
                  <a:pt x="3877" y="19248"/>
                  <a:pt x="4144" y="19318"/>
                  <a:pt x="4667" y="19356"/>
                </a:cubicBezTo>
                <a:cubicBezTo>
                  <a:pt x="4884" y="19372"/>
                  <a:pt x="5128" y="19382"/>
                  <a:pt x="5407" y="19388"/>
                </a:cubicBezTo>
                <a:close/>
                <a:moveTo>
                  <a:pt x="7160" y="9493"/>
                </a:moveTo>
                <a:lnTo>
                  <a:pt x="7160" y="16164"/>
                </a:lnTo>
                <a:cubicBezTo>
                  <a:pt x="7160" y="17236"/>
                  <a:pt x="7170" y="17560"/>
                  <a:pt x="7241" y="17799"/>
                </a:cubicBezTo>
                <a:cubicBezTo>
                  <a:pt x="7462" y="18543"/>
                  <a:pt x="8105" y="19124"/>
                  <a:pt x="8928" y="19324"/>
                </a:cubicBezTo>
                <a:cubicBezTo>
                  <a:pt x="9194" y="19388"/>
                  <a:pt x="9553" y="19397"/>
                  <a:pt x="10739" y="19397"/>
                </a:cubicBezTo>
                <a:lnTo>
                  <a:pt x="13524" y="19397"/>
                </a:lnTo>
                <a:cubicBezTo>
                  <a:pt x="15200" y="19397"/>
                  <a:pt x="15691" y="19377"/>
                  <a:pt x="16076" y="19234"/>
                </a:cubicBezTo>
                <a:cubicBezTo>
                  <a:pt x="16461" y="19090"/>
                  <a:pt x="16799" y="18857"/>
                  <a:pt x="17054" y="18559"/>
                </a:cubicBezTo>
                <a:cubicBezTo>
                  <a:pt x="17307" y="18262"/>
                  <a:pt x="17458" y="17839"/>
                  <a:pt x="17899" y="16379"/>
                </a:cubicBezTo>
                <a:lnTo>
                  <a:pt x="18444" y="14575"/>
                </a:lnTo>
                <a:cubicBezTo>
                  <a:pt x="18744" y="13583"/>
                  <a:pt x="18949" y="12899"/>
                  <a:pt x="19061" y="12366"/>
                </a:cubicBezTo>
                <a:cubicBezTo>
                  <a:pt x="19172" y="11837"/>
                  <a:pt x="19166" y="11567"/>
                  <a:pt x="19122" y="11387"/>
                </a:cubicBezTo>
                <a:cubicBezTo>
                  <a:pt x="18970" y="10768"/>
                  <a:pt x="18524" y="10241"/>
                  <a:pt x="17904" y="9946"/>
                </a:cubicBezTo>
                <a:cubicBezTo>
                  <a:pt x="17722" y="9860"/>
                  <a:pt x="17436" y="9783"/>
                  <a:pt x="16842" y="9741"/>
                </a:cubicBezTo>
                <a:cubicBezTo>
                  <a:pt x="16243" y="9699"/>
                  <a:pt x="15457" y="9698"/>
                  <a:pt x="14319" y="9698"/>
                </a:cubicBezTo>
                <a:cubicBezTo>
                  <a:pt x="13941" y="9698"/>
                  <a:pt x="13584" y="9536"/>
                  <a:pt x="13360" y="9261"/>
                </a:cubicBezTo>
                <a:cubicBezTo>
                  <a:pt x="13134" y="8986"/>
                  <a:pt x="13067" y="8631"/>
                  <a:pt x="13178" y="8304"/>
                </a:cubicBezTo>
                <a:lnTo>
                  <a:pt x="14311" y="4980"/>
                </a:lnTo>
                <a:cubicBezTo>
                  <a:pt x="14722" y="3771"/>
                  <a:pt x="13900" y="2522"/>
                  <a:pt x="12567" y="2246"/>
                </a:cubicBezTo>
                <a:lnTo>
                  <a:pt x="8787" y="8220"/>
                </a:lnTo>
                <a:cubicBezTo>
                  <a:pt x="8415" y="8808"/>
                  <a:pt x="7836" y="9252"/>
                  <a:pt x="7160" y="9493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Google Shape;1266;p99">
            <a:extLst xmlns:a="http://schemas.openxmlformats.org/drawingml/2006/main">
              <a:ext uri="{FF2B5EF4-FFF2-40B4-BE49-F238E27FC236}">
                <a16:creationId xmlns:a16="http://schemas.microsoft.com/office/drawing/2014/main" id="{A7463D0C-45D0-FAD2-0C32-03216576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485" y="4029083"/>
            <a:ext cx="321663" cy="321771"/>
          </a:xfrm>
          <a:custGeom xmlns:a="http://schemas.openxmlformats.org/drawingml/2006/main">
            <a:rect l="l" t="t" r="r" b="b"/>
            <a:pathLst>
              <a:path w="21599" h="21599">
                <a:moveTo>
                  <a:pt x="6252" y="0"/>
                </a:moveTo>
                <a:cubicBezTo>
                  <a:pt x="6880" y="0"/>
                  <a:pt x="7389" y="509"/>
                  <a:pt x="7389" y="1137"/>
                </a:cubicBezTo>
                <a:lnTo>
                  <a:pt x="14210" y="1137"/>
                </a:lnTo>
                <a:cubicBezTo>
                  <a:pt x="14210" y="509"/>
                  <a:pt x="14719" y="0"/>
                  <a:pt x="15347" y="0"/>
                </a:cubicBezTo>
                <a:cubicBezTo>
                  <a:pt x="15974" y="0"/>
                  <a:pt x="16483" y="509"/>
                  <a:pt x="16483" y="1137"/>
                </a:cubicBezTo>
                <a:lnTo>
                  <a:pt x="16483" y="1146"/>
                </a:lnTo>
                <a:cubicBezTo>
                  <a:pt x="16839" y="1155"/>
                  <a:pt x="17162" y="1170"/>
                  <a:pt x="17456" y="1197"/>
                </a:cubicBezTo>
                <a:cubicBezTo>
                  <a:pt x="18049" y="1254"/>
                  <a:pt x="18598" y="1369"/>
                  <a:pt x="19116" y="1632"/>
                </a:cubicBezTo>
                <a:cubicBezTo>
                  <a:pt x="19972" y="2068"/>
                  <a:pt x="20668" y="2764"/>
                  <a:pt x="21103" y="3620"/>
                </a:cubicBezTo>
                <a:cubicBezTo>
                  <a:pt x="21384" y="4171"/>
                  <a:pt x="21497" y="4759"/>
                  <a:pt x="21549" y="5397"/>
                </a:cubicBezTo>
                <a:cubicBezTo>
                  <a:pt x="21599" y="6012"/>
                  <a:pt x="21599" y="6768"/>
                  <a:pt x="21599" y="7684"/>
                </a:cubicBezTo>
                <a:lnTo>
                  <a:pt x="21599" y="13655"/>
                </a:lnTo>
                <a:cubicBezTo>
                  <a:pt x="21599" y="13694"/>
                  <a:pt x="21599" y="13732"/>
                  <a:pt x="21599" y="13771"/>
                </a:cubicBezTo>
                <a:cubicBezTo>
                  <a:pt x="21599" y="14493"/>
                  <a:pt x="21600" y="15037"/>
                  <a:pt x="21473" y="15564"/>
                </a:cubicBezTo>
                <a:cubicBezTo>
                  <a:pt x="21361" y="16027"/>
                  <a:pt x="21178" y="16471"/>
                  <a:pt x="20929" y="16878"/>
                </a:cubicBezTo>
                <a:cubicBezTo>
                  <a:pt x="20646" y="17339"/>
                  <a:pt x="20261" y="17725"/>
                  <a:pt x="19749" y="18235"/>
                </a:cubicBezTo>
                <a:cubicBezTo>
                  <a:pt x="19723" y="18262"/>
                  <a:pt x="19696" y="18290"/>
                  <a:pt x="19667" y="18317"/>
                </a:cubicBezTo>
                <a:lnTo>
                  <a:pt x="18317" y="19667"/>
                </a:lnTo>
                <a:cubicBezTo>
                  <a:pt x="18290" y="19696"/>
                  <a:pt x="18262" y="19723"/>
                  <a:pt x="18235" y="19749"/>
                </a:cubicBezTo>
                <a:cubicBezTo>
                  <a:pt x="17725" y="20260"/>
                  <a:pt x="17339" y="20646"/>
                  <a:pt x="16878" y="20929"/>
                </a:cubicBezTo>
                <a:cubicBezTo>
                  <a:pt x="16471" y="21178"/>
                  <a:pt x="16027" y="21361"/>
                  <a:pt x="15564" y="21473"/>
                </a:cubicBezTo>
                <a:cubicBezTo>
                  <a:pt x="15037" y="21600"/>
                  <a:pt x="14493" y="21599"/>
                  <a:pt x="13771" y="21599"/>
                </a:cubicBezTo>
                <a:cubicBezTo>
                  <a:pt x="13732" y="21599"/>
                  <a:pt x="13694" y="21599"/>
                  <a:pt x="13655" y="21599"/>
                </a:cubicBezTo>
                <a:lnTo>
                  <a:pt x="6547" y="21599"/>
                </a:lnTo>
                <a:cubicBezTo>
                  <a:pt x="5632" y="21599"/>
                  <a:pt x="4876" y="21599"/>
                  <a:pt x="4261" y="21549"/>
                </a:cubicBezTo>
                <a:cubicBezTo>
                  <a:pt x="3622" y="21497"/>
                  <a:pt x="3034" y="21384"/>
                  <a:pt x="2483" y="21103"/>
                </a:cubicBezTo>
                <a:cubicBezTo>
                  <a:pt x="1627" y="20668"/>
                  <a:pt x="931" y="19972"/>
                  <a:pt x="496" y="19116"/>
                </a:cubicBezTo>
                <a:cubicBezTo>
                  <a:pt x="215" y="18565"/>
                  <a:pt x="102" y="17977"/>
                  <a:pt x="50" y="17338"/>
                </a:cubicBezTo>
                <a:cubicBezTo>
                  <a:pt x="0" y="16723"/>
                  <a:pt x="0" y="15967"/>
                  <a:pt x="0" y="15052"/>
                </a:cubicBezTo>
                <a:lnTo>
                  <a:pt x="0" y="7684"/>
                </a:lnTo>
                <a:cubicBezTo>
                  <a:pt x="0" y="6768"/>
                  <a:pt x="0" y="6012"/>
                  <a:pt x="50" y="5397"/>
                </a:cubicBezTo>
                <a:cubicBezTo>
                  <a:pt x="102" y="4759"/>
                  <a:pt x="215" y="4171"/>
                  <a:pt x="496" y="3620"/>
                </a:cubicBezTo>
                <a:cubicBezTo>
                  <a:pt x="931" y="2764"/>
                  <a:pt x="1627" y="2068"/>
                  <a:pt x="2483" y="1632"/>
                </a:cubicBezTo>
                <a:cubicBezTo>
                  <a:pt x="3001" y="1369"/>
                  <a:pt x="3550" y="1254"/>
                  <a:pt x="4142" y="1197"/>
                </a:cubicBezTo>
                <a:cubicBezTo>
                  <a:pt x="4437" y="1170"/>
                  <a:pt x="4760" y="1155"/>
                  <a:pt x="5116" y="1146"/>
                </a:cubicBezTo>
                <a:lnTo>
                  <a:pt x="5116" y="1137"/>
                </a:lnTo>
                <a:cubicBezTo>
                  <a:pt x="5116" y="509"/>
                  <a:pt x="5625" y="0"/>
                  <a:pt x="6252" y="0"/>
                </a:cubicBezTo>
                <a:close/>
                <a:moveTo>
                  <a:pt x="5116" y="3421"/>
                </a:moveTo>
                <a:cubicBezTo>
                  <a:pt x="4822" y="3427"/>
                  <a:pt x="4576" y="3440"/>
                  <a:pt x="4358" y="3460"/>
                </a:cubicBezTo>
                <a:cubicBezTo>
                  <a:pt x="3916" y="3502"/>
                  <a:pt x="3681" y="3573"/>
                  <a:pt x="3515" y="3658"/>
                </a:cubicBezTo>
                <a:cubicBezTo>
                  <a:pt x="3088" y="3876"/>
                  <a:pt x="2740" y="4224"/>
                  <a:pt x="2521" y="4652"/>
                </a:cubicBezTo>
                <a:cubicBezTo>
                  <a:pt x="2430" y="4829"/>
                  <a:pt x="2357" y="5085"/>
                  <a:pt x="2317" y="5583"/>
                </a:cubicBezTo>
                <a:cubicBezTo>
                  <a:pt x="2275" y="6094"/>
                  <a:pt x="2274" y="6756"/>
                  <a:pt x="2274" y="7730"/>
                </a:cubicBezTo>
                <a:lnTo>
                  <a:pt x="2274" y="15006"/>
                </a:lnTo>
                <a:cubicBezTo>
                  <a:pt x="2274" y="15980"/>
                  <a:pt x="2275" y="16641"/>
                  <a:pt x="2317" y="17153"/>
                </a:cubicBezTo>
                <a:cubicBezTo>
                  <a:pt x="2357" y="17651"/>
                  <a:pt x="2430" y="17907"/>
                  <a:pt x="2521" y="18084"/>
                </a:cubicBezTo>
                <a:cubicBezTo>
                  <a:pt x="2740" y="18511"/>
                  <a:pt x="3088" y="18859"/>
                  <a:pt x="3515" y="19077"/>
                </a:cubicBezTo>
                <a:cubicBezTo>
                  <a:pt x="3692" y="19168"/>
                  <a:pt x="3948" y="19242"/>
                  <a:pt x="4446" y="19282"/>
                </a:cubicBezTo>
                <a:cubicBezTo>
                  <a:pt x="4958" y="19324"/>
                  <a:pt x="5619" y="19325"/>
                  <a:pt x="6593" y="19325"/>
                </a:cubicBezTo>
                <a:lnTo>
                  <a:pt x="13073" y="19325"/>
                </a:lnTo>
                <a:lnTo>
                  <a:pt x="13073" y="18189"/>
                </a:lnTo>
                <a:cubicBezTo>
                  <a:pt x="13073" y="15677"/>
                  <a:pt x="15109" y="13641"/>
                  <a:pt x="17620" y="13641"/>
                </a:cubicBezTo>
                <a:lnTo>
                  <a:pt x="18757" y="13641"/>
                </a:lnTo>
                <a:cubicBezTo>
                  <a:pt x="18964" y="13641"/>
                  <a:pt x="19158" y="13697"/>
                  <a:pt x="19325" y="13794"/>
                </a:cubicBezTo>
                <a:cubicBezTo>
                  <a:pt x="19325" y="13749"/>
                  <a:pt x="19325" y="13703"/>
                  <a:pt x="19325" y="13655"/>
                </a:cubicBezTo>
                <a:lnTo>
                  <a:pt x="19325" y="7730"/>
                </a:lnTo>
                <a:cubicBezTo>
                  <a:pt x="19325" y="6756"/>
                  <a:pt x="19324" y="6094"/>
                  <a:pt x="19282" y="5583"/>
                </a:cubicBezTo>
                <a:cubicBezTo>
                  <a:pt x="19242" y="5085"/>
                  <a:pt x="19168" y="4829"/>
                  <a:pt x="19077" y="4652"/>
                </a:cubicBezTo>
                <a:cubicBezTo>
                  <a:pt x="18859" y="4224"/>
                  <a:pt x="18511" y="3876"/>
                  <a:pt x="18084" y="3658"/>
                </a:cubicBezTo>
                <a:cubicBezTo>
                  <a:pt x="17918" y="3573"/>
                  <a:pt x="17683" y="3502"/>
                  <a:pt x="17240" y="3460"/>
                </a:cubicBezTo>
                <a:cubicBezTo>
                  <a:pt x="17023" y="3440"/>
                  <a:pt x="16777" y="3427"/>
                  <a:pt x="16483" y="3421"/>
                </a:cubicBezTo>
                <a:lnTo>
                  <a:pt x="16483" y="4547"/>
                </a:lnTo>
                <a:cubicBezTo>
                  <a:pt x="16483" y="5175"/>
                  <a:pt x="15974" y="5684"/>
                  <a:pt x="15347" y="5684"/>
                </a:cubicBezTo>
                <a:cubicBezTo>
                  <a:pt x="14719" y="5684"/>
                  <a:pt x="14210" y="5175"/>
                  <a:pt x="14210" y="4547"/>
                </a:cubicBezTo>
                <a:lnTo>
                  <a:pt x="14210" y="3410"/>
                </a:lnTo>
                <a:lnTo>
                  <a:pt x="7389" y="3410"/>
                </a:lnTo>
                <a:lnTo>
                  <a:pt x="7389" y="4547"/>
                </a:lnTo>
                <a:cubicBezTo>
                  <a:pt x="7389" y="5175"/>
                  <a:pt x="6880" y="5684"/>
                  <a:pt x="6252" y="5684"/>
                </a:cubicBezTo>
                <a:cubicBezTo>
                  <a:pt x="5625" y="5684"/>
                  <a:pt x="5116" y="5175"/>
                  <a:pt x="5116" y="4547"/>
                </a:cubicBezTo>
                <a:lnTo>
                  <a:pt x="5116" y="3421"/>
                </a:lnTo>
                <a:close/>
                <a:moveTo>
                  <a:pt x="18827" y="15913"/>
                </a:moveTo>
                <a:cubicBezTo>
                  <a:pt x="18804" y="15914"/>
                  <a:pt x="18781" y="15915"/>
                  <a:pt x="18757" y="15915"/>
                </a:cubicBezTo>
                <a:lnTo>
                  <a:pt x="17620" y="15915"/>
                </a:lnTo>
                <a:cubicBezTo>
                  <a:pt x="16364" y="15915"/>
                  <a:pt x="15347" y="16932"/>
                  <a:pt x="15347" y="18189"/>
                </a:cubicBezTo>
                <a:lnTo>
                  <a:pt x="15347" y="19163"/>
                </a:lnTo>
                <a:cubicBezTo>
                  <a:pt x="15466" y="19115"/>
                  <a:pt x="15581" y="19057"/>
                  <a:pt x="15690" y="18990"/>
                </a:cubicBezTo>
                <a:cubicBezTo>
                  <a:pt x="15893" y="18866"/>
                  <a:pt x="16081" y="18689"/>
                  <a:pt x="16710" y="18060"/>
                </a:cubicBezTo>
                <a:lnTo>
                  <a:pt x="18060" y="16710"/>
                </a:lnTo>
                <a:cubicBezTo>
                  <a:pt x="18472" y="16297"/>
                  <a:pt x="18690" y="16074"/>
                  <a:pt x="18827" y="15913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Footer Placeholder 18">
            <a:extLst xmlns:a="http://schemas.openxmlformats.org/drawingml/2006/main">
              <a:ext uri="{FF2B5EF4-FFF2-40B4-BE49-F238E27FC236}">
                <a16:creationId xmlns:a16="http://schemas.microsoft.com/office/drawing/2014/main" id="{A7C685AE-794E-F9C0-C7B3-7E956842DD9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Solidon · Review</a:t>
            </a:r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892F439-FAFA-E9E4-AA65-F7A04500A77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3421051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relevanten Prüfpfade sind vollständig grün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171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4782848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Skizzeneditor-</a:t>
            </a:r>
            <a:br/>
            <a:r>
              <a:rPr sz="1400">
                <a:latin typeface="Helvetica Neue"/>
                <a:ea typeface="Helvetica Neue"/>
                <a:cs typeface="Helvetica Neue"/>
              </a:rPr>
              <a:t>Tests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74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Skizzen-Ops</a:t>
            </a:r>
            <a:br/>
            <a:r>
              <a:rPr sz="1400">
                <a:latin typeface="Helvetica Neue"/>
                <a:ea typeface="Helvetica Neue"/>
                <a:cs typeface="Helvetica Neue"/>
              </a:rPr>
              <a:t>und UI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18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Ziehgriff und</a:t>
            </a:r>
            <a:br/>
            <a:r>
              <a:rPr sz="1400">
                <a:latin typeface="Helvetica Neue"/>
                <a:ea typeface="Helvetica Neue"/>
                <a:cs typeface="Helvetica Neue"/>
              </a:rPr>
              <a:t>Ansichtsfenster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909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Sprache und</a:t>
            </a:r>
            <a:br/>
            <a:r>
              <a:rPr sz="1400">
                <a:latin typeface="Helvetica Neue"/>
                <a:ea typeface="Helvetica Neue"/>
                <a:cs typeface="Helvetica Neue"/>
              </a:rPr>
              <a:t>Übersetzungen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Übersetzungen und Sprache laufen über dieselben ausgelieferten Oberflächentexte.</a:t>
            </a:r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713544-9BEE-5C18-38B2-3D7DD243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Oberfläche und Operationsanschluss wurden getrennt geprüft – nicht nur Hilfsfunktionen.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FBBC9C7-9694-DE21-B364-07358EFB8B1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Solidon · Review</a:t>
            </a:r>
            <a:endParaRPr sz="1100"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D07332E9-E6BC-DD47-F254-482EEDAF581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Produktstatus und Gesamtfreigabe sind getrennt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Produktumfang: bereit zur fachlichen Abnahme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171 + 74 + 18 relevante Tests grün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909 Sprachprüfungen grün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Ruff und Format der betroffenen Dateien sauber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Repository-Gate: noch nicht freigegeben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resize_hole parallel doppelt registriert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Normen-, Aktivierungs- und Handbuchbefunde offen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Kein sicherer Sammel-Commit im geteilten Arbeitsbaum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STATUS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Der Skizzenmodus ist fachlich geprüft.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Das Repository-Tor bleibt durch parallele, themenfremde Änderungen rot.</a:t>
            </a:r>
            <a:endParaRPr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Freigabeentscheidung: Skizzenmodus abnehmen; Auslieferung erst nach bereinigtem Gesamt-Tor.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Solidon · Review</a:t>
            </a:r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Fachlich bereit</a:t>
            </a:r>
            <a:br/>
            <a:r>
              <a:rPr>
                <a:latin typeface="Helvetica Neue"/>
                <a:ea typeface="Helvetica Neue"/>
                <a:cs typeface="Helvetica Neue"/>
              </a:rPr>
              <a:t>Gesamtfreigabe getrennt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Entscheidung und nächste Aktionen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Skizzenmodus fachlich abnehmen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Die fachliche Abnahme kann jetzt erfolgen.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Die Gesamtfreigabe folgt erst nach einem grünen Repository-Tor und einem isolierten Commit.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Einsteigerweg als Hauptweg verankern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Fremde Repository-Fehler separat beheben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Gesamtprüfung erneut vollständig ausführen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Skizzenänderung isoliert committen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Solidon · Review</a:t>
            </a:r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567BC5C-65A7-7445-018D-E76E0A9441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2026-08-28T17:49:45.3490000Z</dcterms:created>
  <dcterms:modified xsi:type="dcterms:W3CDTF">2026-08-28T17:49:45.3490000Z</dcterms:modified>
</coreProperties>
</file>